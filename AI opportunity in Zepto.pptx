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AI Opportunity in Zepto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100" dirty="0" smtClean="0"/>
              <a:t>By: Ashokkumar Burasiya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371600"/>
            <a:ext cx="7391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/>
              <a:t>1) What does the company do, and who pays for it?</a:t>
            </a:r>
          </a:p>
          <a:p>
            <a:r>
              <a:rPr lang="en-IN" sz="1400" dirty="0" smtClean="0"/>
              <a:t>Quick commerce company which deliver grocery in 10 minutes.</a:t>
            </a:r>
          </a:p>
          <a:p>
            <a:r>
              <a:rPr lang="en-IN" sz="1400" dirty="0" smtClean="0"/>
              <a:t>End customer will pay for it. </a:t>
            </a:r>
          </a:p>
          <a:p>
            <a:endParaRPr lang="en-IN" sz="1400" dirty="0" smtClean="0"/>
          </a:p>
          <a:p>
            <a:pPr>
              <a:buFont typeface="Arial" pitchFamily="34" charset="0"/>
              <a:buChar char="•"/>
            </a:pPr>
            <a:endParaRPr lang="en-IN" sz="1400" dirty="0" smtClean="0"/>
          </a:p>
          <a:p>
            <a:r>
              <a:rPr lang="en-IN" sz="1400" dirty="0" smtClean="0"/>
              <a:t>2) How does it make money?</a:t>
            </a:r>
          </a:p>
          <a:p>
            <a:r>
              <a:rPr lang="en-IN" sz="1400" dirty="0" smtClean="0"/>
              <a:t>Commission from the brands on each product sold on Zepto platform.</a:t>
            </a:r>
          </a:p>
          <a:p>
            <a:r>
              <a:rPr lang="en-IN" sz="1400" dirty="0" smtClean="0"/>
              <a:t>Also make money on some of it’s own brand.</a:t>
            </a:r>
          </a:p>
          <a:p>
            <a:endParaRPr lang="en-IN" sz="1400" dirty="0" smtClean="0"/>
          </a:p>
          <a:p>
            <a:pPr>
              <a:buFont typeface="Arial" pitchFamily="34" charset="0"/>
              <a:buChar char="•"/>
            </a:pPr>
            <a:endParaRPr lang="en-IN" sz="1400" dirty="0" smtClean="0"/>
          </a:p>
          <a:p>
            <a:r>
              <a:rPr lang="en-IN" sz="1400" dirty="0" smtClean="0"/>
              <a:t>3) What are the main things it has to get right to run well?</a:t>
            </a:r>
          </a:p>
          <a:p>
            <a:r>
              <a:rPr lang="en-IN" sz="1400" dirty="0" smtClean="0"/>
              <a:t>Easy order placing, Automated order on regular interval, Recommend product based on order history.</a:t>
            </a:r>
          </a:p>
          <a:p>
            <a:pPr>
              <a:buFont typeface="Arial" pitchFamily="34" charset="0"/>
              <a:buChar char="•"/>
            </a:pPr>
            <a:endParaRPr lang="en-IN" sz="1400" dirty="0" smtClean="0"/>
          </a:p>
          <a:p>
            <a:r>
              <a:rPr lang="en-IN" sz="1400" dirty="0" smtClean="0"/>
              <a:t>4) Where do things go wrong, or get slow, expensive, or frustrating?</a:t>
            </a:r>
          </a:p>
          <a:p>
            <a:r>
              <a:rPr lang="en-IN" sz="1400" dirty="0" smtClean="0"/>
              <a:t>Order placement  process optimization. User spending habits understanding.</a:t>
            </a:r>
          </a:p>
          <a:p>
            <a:pPr>
              <a:buFont typeface="Arial" pitchFamily="34" charset="0"/>
              <a:buChar char="•"/>
            </a:pPr>
            <a:endParaRPr lang="en-IN" sz="1400" dirty="0" smtClean="0"/>
          </a:p>
          <a:p>
            <a:r>
              <a:rPr lang="en-IN" sz="1400" dirty="0" smtClean="0"/>
              <a:t>5) What information or data does the business collect along the way?</a:t>
            </a:r>
          </a:p>
          <a:p>
            <a:r>
              <a:rPr lang="en-IN" sz="1400" dirty="0" smtClean="0"/>
              <a:t>Monthly purchasing habits, revenue from specific customer.</a:t>
            </a:r>
          </a:p>
          <a:p>
            <a:pPr>
              <a:buFont typeface="Arial" pitchFamily="34" charset="0"/>
              <a:buChar char="•"/>
            </a:pPr>
            <a:endParaRPr lang="en-IN" sz="1400" dirty="0" smtClean="0"/>
          </a:p>
          <a:p>
            <a:pPr>
              <a:buFont typeface="Arial" pitchFamily="34" charset="0"/>
              <a:buChar char="•"/>
            </a:pPr>
            <a:endParaRPr lang="en-IN" sz="1400" dirty="0" smtClean="0"/>
          </a:p>
          <a:p>
            <a:pPr>
              <a:buFont typeface="Arial" pitchFamily="34" charset="0"/>
              <a:buChar char="•"/>
            </a:pP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3810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+mj-lt"/>
              </a:rPr>
              <a:t>Understanding of Business</a:t>
            </a:r>
            <a:endParaRPr 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2286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+mj-lt"/>
              </a:rPr>
              <a:t>AI features suggested</a:t>
            </a:r>
            <a:endParaRPr lang="en-US" b="1" dirty="0"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838200"/>
          <a:ext cx="8686800" cy="5703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</a:tblGrid>
              <a:tr h="833529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Feature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Problem it solves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Types of</a:t>
                      </a:r>
                      <a:r>
                        <a:rPr lang="en-IN" sz="1400" baseline="0" dirty="0" smtClean="0"/>
                        <a:t> AI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Data needed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What it improves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Metrics it will impact</a:t>
                      </a:r>
                      <a:endParaRPr lang="en-US" sz="1400" dirty="0"/>
                    </a:p>
                  </a:txBody>
                  <a:tcPr/>
                </a:tc>
              </a:tr>
              <a:tr h="1689712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AI assistant which recommend</a:t>
                      </a:r>
                      <a:r>
                        <a:rPr lang="en-IN" sz="1400" baseline="0" dirty="0" smtClean="0"/>
                        <a:t> to subscribe for regular automatic order placement.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Give customer convenience</a:t>
                      </a:r>
                      <a:r>
                        <a:rPr lang="en-IN" sz="1400" baseline="0" dirty="0" smtClean="0"/>
                        <a:t> to schedule regular product purchase instead of daily or weekly manual order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Recommendation AI (Next Best Action or Product)</a:t>
                      </a:r>
                      <a:endParaRPr 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Purchase</a:t>
                      </a:r>
                      <a:r>
                        <a:rPr lang="en-IN" sz="1400" baseline="0" dirty="0" smtClean="0"/>
                        <a:t> history of customer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Automated order, repeat order, increase revenue, predictable subscription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Revenue, Profit</a:t>
                      </a:r>
                      <a:endParaRPr lang="en-US" sz="1400" dirty="0"/>
                    </a:p>
                  </a:txBody>
                  <a:tcPr/>
                </a:tc>
              </a:tr>
              <a:tr h="1689712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AI recommendation to upgrade on historical</a:t>
                      </a:r>
                      <a:r>
                        <a:rPr lang="en-IN" sz="1400" baseline="0" dirty="0" smtClean="0"/>
                        <a:t> product along with one step premium product.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Pitch customer premium product.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Recommendation AI (Next Best Action or Product)</a:t>
                      </a:r>
                      <a:endParaRPr 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Purchase</a:t>
                      </a:r>
                      <a:r>
                        <a:rPr lang="en-IN" sz="1400" baseline="0" dirty="0" smtClean="0"/>
                        <a:t> history of customer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It increase</a:t>
                      </a:r>
                      <a:r>
                        <a:rPr lang="en-IN" sz="1400" baseline="0" dirty="0" smtClean="0"/>
                        <a:t> revenue of the company, indirectly it will increase profit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Revenue, Profit</a:t>
                      </a:r>
                      <a:endParaRPr lang="en-US" sz="1400" dirty="0"/>
                    </a:p>
                  </a:txBody>
                  <a:tcPr/>
                </a:tc>
              </a:tr>
              <a:tr h="1273446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AI assistant for purchasing product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Help customer to find product using natural language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Generative AI (DL)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Product</a:t>
                      </a:r>
                      <a:r>
                        <a:rPr lang="en-IN" sz="1400" baseline="0" dirty="0" smtClean="0"/>
                        <a:t> data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It increase user experience and convenience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CSAT, Engagement, </a:t>
                      </a:r>
                      <a:r>
                        <a:rPr lang="en-IN" sz="1400" dirty="0" smtClean="0"/>
                        <a:t>Revenue, Profit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371600"/>
            <a:ext cx="7391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/>
              <a:t>“AI assistant which recommend to subscribe for regular automatic order placement” feature should be built first as it gives company a regular revenue.</a:t>
            </a:r>
          </a:p>
          <a:p>
            <a:endParaRPr lang="en-IN" sz="1400" dirty="0" smtClean="0"/>
          </a:p>
          <a:p>
            <a:endParaRPr lang="en-IN" sz="1400" dirty="0" smtClean="0"/>
          </a:p>
          <a:p>
            <a:r>
              <a:rPr lang="en-IN" sz="1400" dirty="0" smtClean="0"/>
              <a:t>Second feature will be “AI assistant for purchasing product” as it helps user to sort/place order using natural language in Today’s fast moving world.</a:t>
            </a:r>
            <a:endParaRPr lang="en-US" sz="1400" dirty="0" smtClean="0"/>
          </a:p>
          <a:p>
            <a:endParaRPr lang="en-IN" sz="1400" dirty="0" smtClean="0"/>
          </a:p>
          <a:p>
            <a:pPr>
              <a:buFont typeface="Arial" pitchFamily="34" charset="0"/>
              <a:buChar char="•"/>
            </a:pPr>
            <a:endParaRPr lang="en-IN" sz="1400" dirty="0" smtClean="0"/>
          </a:p>
          <a:p>
            <a:pPr>
              <a:buFont typeface="Arial" pitchFamily="34" charset="0"/>
              <a:buChar char="•"/>
            </a:pP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3810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+mj-lt"/>
              </a:rPr>
              <a:t>Which feature to build first</a:t>
            </a:r>
            <a:endParaRPr lang="en-US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366</Words>
  <Application>Microsoft Office PowerPoint</Application>
  <PresentationFormat>On-screen Show (4:3)</PresentationFormat>
  <Paragraphs>53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AI Opportunity in Zepto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Opportunity</dc:title>
  <dc:creator>Dell</dc:creator>
  <cp:lastModifiedBy>Ashok Burasiya</cp:lastModifiedBy>
  <cp:revision>35</cp:revision>
  <dcterms:created xsi:type="dcterms:W3CDTF">2006-08-16T00:00:00Z</dcterms:created>
  <dcterms:modified xsi:type="dcterms:W3CDTF">2026-08-19T15:13:00Z</dcterms:modified>
</cp:coreProperties>
</file>